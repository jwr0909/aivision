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AI 비전 &amp; 온톨로지 기반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차세대 스마트팩토리 플랫폼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기존 ERP의 한계를 넘어선 데이터 기반 지능형 제조 혁신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발표자: 시니어 풀스택 개발자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왜 새로운 스마트팩토리 시스템이 필요한가?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수작업 중심의 한계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기존 현장에서는 작업자가 불량 내역을 일일이 수기로 입력하여 데이터 누락 및 휴먼 에러 발생.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데이터 활용의 부재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ERP에 데이터가 쌓이기만 할 뿐, 불량의 근본 원인(Root Cause)을 분석하고 예측하는 시스템 부재.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단편적 품질 관리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단순 불량 통계만 제공되며, 4M1E 기반 다차원적 분석 불가.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지능형 데이터 분석 중심의 통합 플랫폼 제안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실시간 AI 비전 검사 도입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카메라 센서를 통한 실시간 불량 검출 및 자동 데이터화.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생성형 AI(Gemini 2.0) 기반 온톨로지 분석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텍스트와 실적 데이터를 지식 그래프로 변환하여 다차원 원인 추적.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통합 ERP/MES 아키텍처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React 프론트엔드와 PostgreSQL 기반 백엔드로 대용량 트랜잭션 완벽 대응.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핵심 기능 1 - 기준 정보 및 생산 실적 관리 (MES Core)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품목 마스터 및 세분화된 불량 유형(Defect Type) 코드화 관리.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작업자가 현장에서 즉시 입력/확인 가능한 직관적 생산 실적 UI.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데이터베이스 트랜잭션 무결성 보장.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핵심 기능 2 - 휴먼 에러 제로화, AI 실시간 비전 검사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실시간 카메라 스트리밍을 통한 제품 상태 판별 (OK / NG 자동 분류).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크랙, 찍힘, 스크래치 등 불량 유형 자동 감지 및 신뢰도(Confidence Score) 제공.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실시간 대시보드 연동을 통한 공정 현황 모니터링.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핵심 기능 3 - LLM 온톨로지 지식 그래프 분석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데이터의 연결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수만 건의 생산 로그와 불량 데이터를 Gemini AI에 전달, 개체(Node)와 관계(Edge) 추출.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4M1E 기반 추적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작업자(Man), 장비(Machine), 자재(Material) 간의 연관관계를 시각화.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인사이트 도출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숨겨진 패턴(Hidden Pattern)을 그래프 DB 형태로 파악해 근본 원인 도출.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기대 효과 및 비즈니스 가치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비용 절감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자동화된 비전 검사로 검사 인건비 절감 및 불량률 감소.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품질 향상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실시간 모니터링과 온톨로지 원인 제거로 제품 신뢰도 대폭 상승.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b="1" dirty="0">
                <a:solidFill>
                  <a:srgbClr val="363636"/>
                </a:solidFill>
              </a:rPr>
              <a:t>데이터 자산화</a:t>
            </a:r>
            <a:endParaRPr lang="en-US" sz="1800" dirty="0"/>
          </a:p>
          <a:p>
            <a:pPr marL="254000" indent="-2540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버려지던 단순 텍스트 데이터를 지식 그래프화하여 핵심 자산으로 변환.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Q&amp;A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경청해 주셔서 감사합니다.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시스템 시연 및 기술적인 질문을 받겠습니다.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2026-04-09T01:46:51Z</dcterms:created>
  <dcterms:modified xsi:type="dcterms:W3CDTF">2026-04-09T01:46:51Z</dcterms:modified>
</cp:coreProperties>
</file>