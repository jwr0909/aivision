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대본: 보시는 바와 같이 제가 개발한 이 스마트팩토리 플랫폼의 핵심 기술들은, 현재 기아자동차에서 가장 필요로 하는 생산기술 고도화 역량과 정확히 일치합니다.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지원 직무와의 연관성 및 기여 방안</a:t>
            </a:r>
            <a:endParaRPr lang="en-US" sz="2800" dirty="0"/>
          </a:p>
        </p:txBody>
      </p:sp>
      <p:pic>
        <p:nvPicPr>
          <p:cNvPr id="3" name="Image 0" descr="C:/Users/dnfla/.cursor/projects/c-notebooklm/assets/c__Users_dnfla_AppData_Roaming_Cursor_User_workspaceStorage_aaaf5dffff7b2141540a02f31115d6f4_images_image-78b42e01-920f-43dc-a345-ce5c76d5aa2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840480" cy="3200400"/>
          </a:xfrm>
          <a:prstGeom prst="rect">
            <a:avLst/>
          </a:prstGeom>
        </p:spPr>
      </p:pic>
      <p:pic>
        <p:nvPicPr>
          <p:cNvPr id="4" name="Image 1" descr="C:/Users/dnfla/.cursor/projects/c-notebooklm/assets/c__Users_dnfla_AppData_Roaming_Cursor_User_workspaceStorage_aaaf5dffff7b2141540a02f31115d6f4_images_image-55253a23-3eaf-4d42-b3ec-ba44dacde3d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371600"/>
            <a:ext cx="384048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b="1" dirty="0">
                <a:solidFill>
                  <a:srgbClr val="363636"/>
                </a:solidFill>
              </a:rPr>
              <a:t>기아자동차 생산기술(스마트팩토리 구축) 직무 분석</a:t>
            </a:r>
            <a:endParaRPr lang="en-US" sz="1600" dirty="0"/>
          </a:p>
          <a:p>
            <a:pPr marL="254000" indent="-2540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우리가 개발한 시스템의 "AI 비전 검사"와 "온톨로지 데이터 분석" 기술은</a:t>
            </a:r>
            <a:endParaRPr lang="en-US" sz="1600" dirty="0"/>
          </a:p>
          <a:p>
            <a:pPr marL="254000" indent="-2540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위 공고의 "빅데이터/AI/비전 활용 기술 개발 및 스마트팩토리 시스템 구축" 요건과 100% 일치합니다.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2026-04-09T05:22:40Z</dcterms:created>
  <dcterms:modified xsi:type="dcterms:W3CDTF">2026-04-09T05:22:40Z</dcterms:modified>
</cp:coreProperties>
</file>